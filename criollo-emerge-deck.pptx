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Criollo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VCR Engine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medical records for animals.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Co-signed by vets. Immutable on Solana.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 AI Hackathon 2026  ·  Enterprise AI Track  ·  Bastian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care has a trust crisis.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51760" cy="25603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54864" cy="256032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verified records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Vaccinations, sterilizations and checkups exist only on paper — or not at all.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651760" cy="25603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737360"/>
            <a:ext cx="54864" cy="256032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29000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Donors can't verify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7889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receive donations but can't prove funds reached a specific animal.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2651760" cy="25603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737360"/>
            <a:ext cx="54864" cy="256032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63640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portable history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27889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pet is lost, adopted or transferred, its medical history disappears.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 broken trust between donors, foundations, vets and pet owners.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VCRs — Verifiable Care Receipts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time a vet treats an animal, Criollo mints a co-signed NFT on Solana. Immutable. Public. Verifiable by anyone.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1920240" cy="246888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423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 treats animal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Vaccination, checkup,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sterilization or surgery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2331720"/>
            <a:ext cx="1920240" cy="246888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2423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VCR is co-signed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3474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Criollo and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vet's wallet sign the record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331720"/>
            <a:ext cx="1920240" cy="246888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423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63440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Minted on Solana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3474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NFT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medical metadata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75120" y="2331720"/>
            <a:ext cx="1920240" cy="246888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423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66560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passport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3474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scans QR 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full verified history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1A2A1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layer: @Crioollo_bot (Telegram) answers any question about an animal's VCR history in real time, bilingually.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Today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9 AM to 6 PM — live on Railway + Solana Devnet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713232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54864" cy="7132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Schema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158191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veterinarias + registros_medicos tables. Auto-migrated on deploy. animal_id links to live emergency reports.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713232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31720"/>
            <a:ext cx="54864" cy="713232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New Endpoints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240487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/veterinarias · POST /registros-medicos · GET /pasaporte · vcr_count on emergency-reports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229600" cy="713232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54680"/>
            <a:ext cx="54864" cy="713232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Passport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08960" y="32278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page: QR scan → full medical timeline → Solana Explorer link per record. Built with Archie.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713232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977640"/>
            <a:ext cx="54864" cy="7132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4023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Bot Updated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108960" y="40507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@Crioollo_bot now understands vet partnerships, medical VCRs and health passport. Knowledge updated on Eliza.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8463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used: Devin (backend) · Archie (frontend) · Eliza (AI bot) · Solana Devnet (on-chain)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live. Already verified.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920240" cy="123444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508760"/>
            <a:ext cx="1920240" cy="123444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6002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60320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1920240" cy="123444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002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63440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VCR 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508760"/>
            <a:ext cx="1920240" cy="123444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6002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766560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Downtime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roadmap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3832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First vet partner pilot — 10 animals on Solana Mainnet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7947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Public VCR Viewer — any donor verifies on-chain in one click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2062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Emergency system expansion — 4 cities across Latam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17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difference between trust me and verify yourself."  —  github.com/todoencadena/Criollo-vcr-engine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2026-10-17T15:09:59Z</dcterms:created>
  <dcterms:modified xsi:type="dcterms:W3CDTF">2026-10-17T15:09:59Z</dcterms:modified>
</cp:coreProperties>
</file>